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5CAF2-A7D5-4D07-80DF-A5C37B0139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9221D0-9239-4910-B799-2A993E6B6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59607-5903-4EDD-B5E9-AF90E5811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A2D0A-1CC8-4743-95A6-412175E78AC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6212B-0F84-46E7-864B-9EE779EFB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F3488-44EF-40F1-B9EC-876E1AB19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5909-8F7D-4F8E-811F-46A3D457BA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5508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4DFED-5AC9-4AB8-9B19-A1A2BC79D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4A47E-1EAC-4437-B06C-48AEF4DC2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B4ABB-E4A5-4F05-A373-41A12DA6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A2D0A-1CC8-4743-95A6-412175E78AC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FA4AC-FCE8-4A6A-9487-044B19753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AB0BE-7A59-4F32-828C-CE5C8315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5909-8F7D-4F8E-811F-46A3D457BA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4059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9ED9C-B617-4755-8DB4-5FEBD1A44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97E4B-A63E-44DB-9FF7-11C9252DD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FD7ED-215D-4E03-8550-AFCFFD108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A2D0A-1CC8-4743-95A6-412175E78AC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E4447-056F-4E76-92BC-CC4A03BCD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A3CA1-D667-4967-9AF2-250A843B7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5909-8F7D-4F8E-811F-46A3D457BA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32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63803-C3CC-4D60-8AFE-30A217797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3C6B3-887E-44A8-9CED-B1F05968CA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EDF4F-D844-462C-BB48-FA380D1AC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AF9238-F17F-4277-8601-C823ECAA8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A2D0A-1CC8-4743-95A6-412175E78AC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FE052-2B51-4B6E-8B30-F301EB01E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D1BCC-2ACA-49F9-9AFC-E8AED8DD6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5909-8F7D-4F8E-811F-46A3D457BA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286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0DA0B-D68F-4028-9111-FF47881BA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E4F19-5F37-43B5-8325-98F561404F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67583-907C-4022-A8ED-8EED0FA69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32F9D8-60F4-40FF-B882-A535128885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70B296-9AF9-4211-8998-DD12F1714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8B7B4-C5F7-41C7-83CA-0AF9D319F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A2D0A-1CC8-4743-95A6-412175E78AC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A390E-B8AB-4DB1-88B1-0E6F3B8FB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D94755-4914-4AA2-8412-F35B59DD9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5909-8F7D-4F8E-811F-46A3D457BA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2945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10443-550B-4B2D-8695-0F2DC7E68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C125E3-EDF6-4FA8-A8BA-F44CA9259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A2D0A-1CC8-4743-95A6-412175E78AC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983AE-EB64-4926-9E3D-01D227665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FC764-06DF-4644-9774-29B3D165E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5909-8F7D-4F8E-811F-46A3D457BA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63532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E9D250-D93C-4849-BD03-EC8A4B6BB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A2D0A-1CC8-4743-95A6-412175E78AC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4B533F-BD44-4F8E-9E76-5691BBE5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5D679-D6D0-4D7E-A143-1755B58B8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5909-8F7D-4F8E-811F-46A3D457BA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45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0BF40-27E0-4E6E-BF6A-459D9AC63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360BC-F693-47CE-ACB9-335374996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2BF568-4E9B-4ECD-8A18-007986D63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96C775-7D24-4658-ACE9-192F7CE2B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A2D0A-1CC8-4743-95A6-412175E78AC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B9E9E-C72B-446B-BFF3-1BA67E40C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2A0CF5-1AE6-45A8-AFD3-2E201E699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5909-8F7D-4F8E-811F-46A3D457BA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5163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ECFBB-F406-4828-A6C5-A5EE0D831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895C77-131E-4090-9881-3FD5FB1995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C8D1F-DBAE-41D1-9BEB-1CDA03FAD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DA5C30-3731-4CB9-AFB2-E9A54C6D0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A2D0A-1CC8-4743-95A6-412175E78AC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09838-73EA-40CB-B252-1B5A21267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761F7F-B86E-42ED-B298-0679699A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5909-8F7D-4F8E-811F-46A3D457BA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022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1A1DD-4DFC-4DB0-9044-A84BF5B33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C48EB3-76D2-4998-8B03-4AD413C42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EBA2A-CE8A-4989-B2FB-873861900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A2D0A-1CC8-4743-95A6-412175E78AC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6C690-6B44-4859-9176-BC1FF1CBF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30BFE-F67F-4BCC-9518-8A942E512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5909-8F7D-4F8E-811F-46A3D457BA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273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3E57BC-A013-49AF-AB8B-AEABE7F209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661F17-57F8-4505-ACF1-DDDBCF781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1DCA3-0F2F-49F2-8BDF-0A5C02672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3A2D0A-1CC8-4743-95A6-412175E78AC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EF7C6-659B-483C-A353-D619CB244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DC86A-6E7E-42EE-A6FD-A6946BB73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E5909-8F7D-4F8E-811F-46A3D457BA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729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7BB08E-9F01-4DA4-A6A9-A9CD69E67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D2B4B-55CE-46F4-B811-D2118FEA0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21BC7-8D70-469A-A6FA-10A4B4B824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A2D0A-1CC8-4743-95A6-412175E78ACB}" type="datetimeFigureOut">
              <a:rPr lang="en-GB" smtClean="0"/>
              <a:t>13/04/2026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F46AE-9903-4934-8D68-8C5F998BC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FD413-CED1-4DE8-BDE5-230D44589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E5909-8F7D-4F8E-811F-46A3D457BA4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9690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8F00B0-62CB-454E-A199-E44666E75EEC}"/>
              </a:ext>
            </a:extLst>
          </p:cNvPr>
          <p:cNvSpPr txBox="1"/>
          <p:nvPr/>
        </p:nvSpPr>
        <p:spPr>
          <a:xfrm>
            <a:off x="2603500" y="2794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This certificate is presented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5B6512-B69F-4823-A0E3-87568001D25A}"/>
              </a:ext>
            </a:extLst>
          </p:cNvPr>
          <p:cNvSpPr txBox="1"/>
          <p:nvPr/>
        </p:nvSpPr>
        <p:spPr>
          <a:xfrm>
            <a:off x="2603500" y="3302000"/>
            <a:ext cx="6985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5400" b="1"/>
              <a:t>Elliot Anderson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1A88EB-82A7-406E-AE93-F1AA7AA75E5D}"/>
              </a:ext>
            </a:extLst>
          </p:cNvPr>
          <p:cNvSpPr txBox="1"/>
          <p:nvPr/>
        </p:nvSpPr>
        <p:spPr>
          <a:xfrm>
            <a:off x="2603500" y="4445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for achieving 200 points</a:t>
            </a:r>
          </a:p>
        </p:txBody>
      </p:sp>
    </p:spTree>
    <p:extLst>
      <p:ext uri="{BB962C8B-B14F-4D97-AF65-F5344CB8AC3E}">
        <p14:creationId xmlns:p14="http://schemas.microsoft.com/office/powerpoint/2010/main" val="3849739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0">
        <p14:flythrough hasBounce="1"/>
      </p:transition>
    </mc:Choice>
    <mc:Fallback>
      <p:transition spd="slow" advClick="0" advTm="10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1868DC-B975-4715-9435-5A2C241E4828}"/>
              </a:ext>
            </a:extLst>
          </p:cNvPr>
          <p:cNvSpPr txBox="1"/>
          <p:nvPr/>
        </p:nvSpPr>
        <p:spPr>
          <a:xfrm>
            <a:off x="2603500" y="2794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This certificate is presented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1B311A-EA33-4A93-B9B1-48CFDB8741BC}"/>
              </a:ext>
            </a:extLst>
          </p:cNvPr>
          <p:cNvSpPr txBox="1"/>
          <p:nvPr/>
        </p:nvSpPr>
        <p:spPr>
          <a:xfrm>
            <a:off x="2603500" y="3302000"/>
            <a:ext cx="6985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5400" b="1"/>
              <a:t>Peter Daniels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ADF83C-3C01-4054-A23D-1CB84EA84C3C}"/>
              </a:ext>
            </a:extLst>
          </p:cNvPr>
          <p:cNvSpPr txBox="1"/>
          <p:nvPr/>
        </p:nvSpPr>
        <p:spPr>
          <a:xfrm>
            <a:off x="2603500" y="4445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for achieving 175 points</a:t>
            </a:r>
          </a:p>
        </p:txBody>
      </p:sp>
    </p:spTree>
    <p:extLst>
      <p:ext uri="{BB962C8B-B14F-4D97-AF65-F5344CB8AC3E}">
        <p14:creationId xmlns:p14="http://schemas.microsoft.com/office/powerpoint/2010/main" val="18305172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0">
        <p14:flythrough hasBounce="1"/>
      </p:transition>
    </mc:Choice>
    <mc:Fallback>
      <p:transition spd="slow" advClick="0" advTm="10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EB6B8C-9582-4E00-9282-167605F3F871}"/>
              </a:ext>
            </a:extLst>
          </p:cNvPr>
          <p:cNvSpPr txBox="1"/>
          <p:nvPr/>
        </p:nvSpPr>
        <p:spPr>
          <a:xfrm>
            <a:off x="2603500" y="2794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This certificate is presented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01DB38-0C15-4F6C-9000-59DBD3378046}"/>
              </a:ext>
            </a:extLst>
          </p:cNvPr>
          <p:cNvSpPr txBox="1"/>
          <p:nvPr/>
        </p:nvSpPr>
        <p:spPr>
          <a:xfrm>
            <a:off x="2603500" y="3302000"/>
            <a:ext cx="6985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5400" b="1"/>
              <a:t>Angel Reynolds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F87BA-5FD9-4354-9E66-51109E13958B}"/>
              </a:ext>
            </a:extLst>
          </p:cNvPr>
          <p:cNvSpPr txBox="1"/>
          <p:nvPr/>
        </p:nvSpPr>
        <p:spPr>
          <a:xfrm>
            <a:off x="2603500" y="4445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for achieving 225 points</a:t>
            </a:r>
          </a:p>
        </p:txBody>
      </p:sp>
    </p:spTree>
    <p:extLst>
      <p:ext uri="{BB962C8B-B14F-4D97-AF65-F5344CB8AC3E}">
        <p14:creationId xmlns:p14="http://schemas.microsoft.com/office/powerpoint/2010/main" val="15992156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0">
        <p14:flythrough hasBounce="1"/>
      </p:transition>
    </mc:Choice>
    <mc:Fallback>
      <p:transition spd="slow" advClick="0" advTm="10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3C3A98-1162-4195-A945-6688A013A861}"/>
              </a:ext>
            </a:extLst>
          </p:cNvPr>
          <p:cNvSpPr txBox="1"/>
          <p:nvPr/>
        </p:nvSpPr>
        <p:spPr>
          <a:xfrm>
            <a:off x="2603500" y="2794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This certificate is presented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BA9A18-26BD-47A4-AA2B-9AC4DDEB8594}"/>
              </a:ext>
            </a:extLst>
          </p:cNvPr>
          <p:cNvSpPr txBox="1"/>
          <p:nvPr/>
        </p:nvSpPr>
        <p:spPr>
          <a:xfrm>
            <a:off x="2603500" y="3302000"/>
            <a:ext cx="6985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4400" b="1"/>
              <a:t>John Robert-Hartley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FA101E-4B98-4F5C-92DD-6FD0823FA99F}"/>
              </a:ext>
            </a:extLst>
          </p:cNvPr>
          <p:cNvSpPr txBox="1"/>
          <p:nvPr/>
        </p:nvSpPr>
        <p:spPr>
          <a:xfrm>
            <a:off x="2603500" y="4445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for achieving 250 points</a:t>
            </a:r>
          </a:p>
        </p:txBody>
      </p:sp>
    </p:spTree>
    <p:extLst>
      <p:ext uri="{BB962C8B-B14F-4D97-AF65-F5344CB8AC3E}">
        <p14:creationId xmlns:p14="http://schemas.microsoft.com/office/powerpoint/2010/main" val="33599725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0">
        <p14:flythrough hasBounce="1"/>
      </p:transition>
    </mc:Choice>
    <mc:Fallback>
      <p:transition spd="slow" advClick="0" advTm="10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6F5955-2524-4006-A7B1-F17B95FA3696}"/>
              </a:ext>
            </a:extLst>
          </p:cNvPr>
          <p:cNvSpPr txBox="1"/>
          <p:nvPr/>
        </p:nvSpPr>
        <p:spPr>
          <a:xfrm>
            <a:off x="2603500" y="2794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This certificate is presented 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4387AA-BF07-45DA-B66E-0F4E3685DC84}"/>
              </a:ext>
            </a:extLst>
          </p:cNvPr>
          <p:cNvSpPr txBox="1"/>
          <p:nvPr/>
        </p:nvSpPr>
        <p:spPr>
          <a:xfrm>
            <a:off x="2603500" y="3302000"/>
            <a:ext cx="6985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5400" b="1"/>
              <a:t>Rose Simpson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5EDDC4-82BE-4AD1-9965-1A74831BE7C8}"/>
              </a:ext>
            </a:extLst>
          </p:cNvPr>
          <p:cNvSpPr txBox="1"/>
          <p:nvPr/>
        </p:nvSpPr>
        <p:spPr>
          <a:xfrm>
            <a:off x="2603500" y="4445000"/>
            <a:ext cx="698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00"/>
              <a:t>for achieving 150 points</a:t>
            </a:r>
          </a:p>
        </p:txBody>
      </p:sp>
    </p:spTree>
    <p:extLst>
      <p:ext uri="{BB962C8B-B14F-4D97-AF65-F5344CB8AC3E}">
        <p14:creationId xmlns:p14="http://schemas.microsoft.com/office/powerpoint/2010/main" val="27159635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10000">
        <p14:flythrough hasBounce="1"/>
      </p:transition>
    </mc:Choice>
    <mc:Fallback>
      <p:transition spd="slow" advClick="0" advTm="10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Neil Crofts (Market Rasen De Aston School)</dc:creator>
  <cp:lastModifiedBy>Neil Crofts (Market Rasen De Aston School)</cp:lastModifiedBy>
  <cp:revision>1</cp:revision>
  <dcterms:created xsi:type="dcterms:W3CDTF">2026-04-13T10:21:52Z</dcterms:created>
  <dcterms:modified xsi:type="dcterms:W3CDTF">2026-04-13T10:21:52Z</dcterms:modified>
</cp:coreProperties>
</file>
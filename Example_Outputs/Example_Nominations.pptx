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A091-C31B-4323-8F91-E34322AD4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53624-3DC0-43D5-9570-59EF42D33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C6FC4-329E-4746-B90B-CA3C167E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19C6E-45FB-4B0B-A735-AB9B1F89F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276A1-517B-4D11-A0D0-5128231F5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35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0C0A-E2A7-4DCF-A32D-A1C9922D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8EE15-DF89-45C4-A271-A5413760C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0E65C-EA04-4BD0-BC9A-B10D5FD44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E5B46-BBAB-4FD7-8A86-71380BAEE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3166E-A592-40A1-9B74-62D6A815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0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F0773-19CA-4F66-A2DC-2099F846C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F5041-7F97-4F4C-A7E6-677C28FC3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C5A3B-053E-43A1-9DC4-D7D375745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F3FEF-ACCD-48AB-A76F-017314F1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42BD8-0845-42F7-BC77-03E05706D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036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D477-149B-4E00-9D76-FA8D1269A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6F659-004B-426C-B309-6C3522674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826A2-7E87-444E-A138-53195C246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E45CE-DFF5-4C8B-8230-209C223D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966F-3645-4225-B059-E5BD4C0DB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9C9F7-4471-4A2B-8920-7F9ADDFF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965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4FC6-0CA3-44E2-B1F1-A6FB445C4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EE294-E878-4330-8903-16442751D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C4FD2-E98F-40CA-B027-F7CA1E65E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A5F52-1C4B-4E4E-A8AA-B1F80AD72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E45DC-7F0D-4BB2-B69B-CB668FB15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00D3F8-3AE9-41B4-B886-F5A3114C8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B7F0E0-A483-42DD-AF6F-6B53F8CC9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4A6EB-EE8C-48D3-8E68-F4E5556C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035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348E-30B7-4035-BD59-E0B0E2FC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447E8-14EE-4AF5-9B8B-76E27A7C0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A8AC1-C0E0-4018-93CE-56CED0D8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6E946-148B-400B-9D8B-A9AFFE863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630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60771-2A87-4759-AD89-724A7172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45C8C-998E-4F64-A30F-890DC0560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641AB-EDF5-4EF3-8D7F-36062C3B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65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3E18-7D5B-4358-9A34-E18B6A63A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EBA3D-56F3-4278-B4FF-7B1E53839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E6F6C-7A5A-46B4-941C-FA37C3FFD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9C409-C4AF-4D6C-8541-29740594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26682-C945-47A4-B011-67D9B064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5944F-EF04-4725-BAFE-EF9F416A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42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0AAC-A4F1-4FB6-A41F-032B424C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75AD91-BCA4-411D-A637-B79172321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80362-98DA-42DA-BCAD-CDCAC664C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102C9-D3E9-4F47-9980-F0004AB6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EA9C3-2FE0-429C-A912-111C5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F2136-3206-4E1A-A5EB-527B0188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83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EC3A-2F47-48A9-9626-CB4D4586B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031EC-5A3C-46C8-A05A-D420AB5EC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89B92-B4BA-4BC4-A802-FF47E8B8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ED065-D4CE-4BF7-9FE3-E967C0C88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1927C-E574-479E-863A-E8270BD9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717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02E71-5EA9-4898-BBA7-2726C7FC5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831CC-11A0-4611-969A-849AA8B9E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B535E-7DDE-4886-BA2C-14822BFCC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1D27B-BBB3-4F84-93D2-0C9C4B76E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3ECDD-BC88-4E0B-B557-8E719F8F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617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D5D9EA-B8A0-45A8-8DCE-2C9C4618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AA55A-C4F7-4CF9-909E-C333A4983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99DC1-E503-4374-9220-F99311E3E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577FD-69EA-4EBF-BBD1-5493D7347799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B42CC-070B-4B74-99A8-9019ED1B8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7F2FC-BE8B-4CAF-BF02-93777320D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F2826-0EE5-476E-8C35-0A77869A93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86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E4974A-A4B3-4CC5-938A-AAB29BC7893F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Congratulations on your Time to Shine nomination!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B3D71-9B71-4D2B-A3C7-9C4FB0AE60D6}"/>
              </a:ext>
            </a:extLst>
          </p:cNvPr>
          <p:cNvSpPr txBox="1"/>
          <p:nvPr/>
        </p:nvSpPr>
        <p:spPr>
          <a:xfrm>
            <a:off x="2603500" y="3302000"/>
            <a:ext cx="6985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5400" b="1"/>
              <a:t>James Anderson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05AFC-6C7D-4CBF-AF78-FD05D63FC180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Nominated by Mr. Deas</a:t>
            </a:r>
          </a:p>
        </p:txBody>
      </p:sp>
    </p:spTree>
    <p:extLst>
      <p:ext uri="{BB962C8B-B14F-4D97-AF65-F5344CB8AC3E}">
        <p14:creationId xmlns:p14="http://schemas.microsoft.com/office/powerpoint/2010/main" val="4167667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EDEBD-BC5F-431E-BE1C-602FA6D42B76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Congratulations on your Time to Shine nomination!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1B7F5-5180-40D8-A296-2D483658D417}"/>
              </a:ext>
            </a:extLst>
          </p:cNvPr>
          <p:cNvSpPr txBox="1"/>
          <p:nvPr/>
        </p:nvSpPr>
        <p:spPr>
          <a:xfrm>
            <a:off x="2603500" y="3302000"/>
            <a:ext cx="698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4400" b="1"/>
              <a:t>Sarah Jenkins-Wright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3B6C9-93FB-4ECC-BC54-0FD596F894E9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Nominated by Mrs. Higgins</a:t>
            </a:r>
          </a:p>
        </p:txBody>
      </p:sp>
    </p:spTree>
    <p:extLst>
      <p:ext uri="{BB962C8B-B14F-4D97-AF65-F5344CB8AC3E}">
        <p14:creationId xmlns:p14="http://schemas.microsoft.com/office/powerpoint/2010/main" val="2699863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06F020-0CB2-4792-AA0E-C895EA1EE977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Congratulations on your Time to Shine nomination!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64B09-7A9A-4409-A0B9-89C011F91810}"/>
              </a:ext>
            </a:extLst>
          </p:cNvPr>
          <p:cNvSpPr txBox="1"/>
          <p:nvPr/>
        </p:nvSpPr>
        <p:spPr>
          <a:xfrm>
            <a:off x="2603500" y="3302000"/>
            <a:ext cx="6985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5400" b="1"/>
              <a:t>Mohammed Ali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458413-0AEC-49D4-9B16-E13635AAB420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Nominated by Miss Lovelace</a:t>
            </a:r>
          </a:p>
        </p:txBody>
      </p:sp>
    </p:spTree>
    <p:extLst>
      <p:ext uri="{BB962C8B-B14F-4D97-AF65-F5344CB8AC3E}">
        <p14:creationId xmlns:p14="http://schemas.microsoft.com/office/powerpoint/2010/main" val="3623039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03694C-2281-4389-92FC-1069370A80A7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Congratulations on your Time to Shine nomination!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8BA0D-8619-40C0-B110-0847E0467628}"/>
              </a:ext>
            </a:extLst>
          </p:cNvPr>
          <p:cNvSpPr txBox="1"/>
          <p:nvPr/>
        </p:nvSpPr>
        <p:spPr>
          <a:xfrm>
            <a:off x="2603500" y="3302000"/>
            <a:ext cx="698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3600" b="1"/>
              <a:t>Elizabeth Montgomery-Smythe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B8AD6-1457-4CBE-BD32-F12F45E3E73A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Nominated by Mr. Turing</a:t>
            </a:r>
          </a:p>
        </p:txBody>
      </p:sp>
    </p:spTree>
    <p:extLst>
      <p:ext uri="{BB962C8B-B14F-4D97-AF65-F5344CB8AC3E}">
        <p14:creationId xmlns:p14="http://schemas.microsoft.com/office/powerpoint/2010/main" val="2721083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970055-67B7-4109-8760-84D17BC707EC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Congratulations on your Time to Shine nomination!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C1536-A1D8-4BEE-A798-4CC7EB58425D}"/>
              </a:ext>
            </a:extLst>
          </p:cNvPr>
          <p:cNvSpPr txBox="1"/>
          <p:nvPr/>
        </p:nvSpPr>
        <p:spPr>
          <a:xfrm>
            <a:off x="2603500" y="3302000"/>
            <a:ext cx="6985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5400" b="1"/>
              <a:t>Leo Garcia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6651B-8134-4AD1-99CD-CCED9EFB60AD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Nominated by Dr. Brown</a:t>
            </a:r>
          </a:p>
        </p:txBody>
      </p:sp>
    </p:spTree>
    <p:extLst>
      <p:ext uri="{BB962C8B-B14F-4D97-AF65-F5344CB8AC3E}">
        <p14:creationId xmlns:p14="http://schemas.microsoft.com/office/powerpoint/2010/main" val="3778353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 Crofts (Market Rasen De Aston School)</dc:creator>
  <cp:lastModifiedBy>Neil Crofts (Market Rasen De Aston School)</cp:lastModifiedBy>
  <cp:revision>1</cp:revision>
  <dcterms:created xsi:type="dcterms:W3CDTF">2026-04-13T09:58:13Z</dcterms:created>
  <dcterms:modified xsi:type="dcterms:W3CDTF">2026-04-13T09:58:13Z</dcterms:modified>
</cp:coreProperties>
</file>
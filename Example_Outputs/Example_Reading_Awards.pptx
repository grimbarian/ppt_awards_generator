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243E-09EC-4F74-896E-303DEA843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CC2F5-8FA7-4B3B-AA84-74292A934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4902-BAD1-41F1-A260-A9087D4A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BE70F-9285-4D48-9C79-BFC11F269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462F2-943E-4E75-946C-CB1E70B4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89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C9C9-669E-45CB-879C-D5769A60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F7BFB-E02A-4E50-9753-ED56A666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126B1-DDAB-4937-8292-F58D57EA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B9C9C-34C2-4891-B7BD-3D51FEBB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9C67B-D8FF-486A-B9AE-1D9F3ACB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039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21BD2-63CC-4C47-810D-B5E68A9A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6C2DC-9F81-4876-B946-499B459CA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B3402-09A1-404E-B704-2F0E16B9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29E3A-5392-4BB1-B49E-D676AC06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2EA83-FAAB-4B07-8372-1FC5E809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39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9DC99-27AE-407A-9F2C-34D938BE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2B25-BBF3-4E8D-AD89-C424C8975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30BE6-A926-431B-9F24-FD2ED23F8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A7496-EDC9-43C1-B58F-A6E6E779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E6979-CBE7-4BB7-A9F9-AB0CDBED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3588D-3B3B-477C-B365-210BD946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3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933B-2A56-42FB-8D33-D3952FBD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8FEB-1D30-41DD-93AF-783EF3926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65CC4-153A-41E8-91A9-86B91078E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608E4-5C80-497E-9AB8-4F4710EE0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F48CF-F320-424F-B91F-34E00F8AAA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39F0-7488-4E0E-ACF1-12DA65587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5DEA5-42C4-4540-BA28-DA055A55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C0EC1-776C-4142-ACCA-BD00EDE6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66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4DF51-E58F-42CE-911B-6B4DD83B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16C92-F41A-462D-B4E2-05FE81A7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21E06-306D-48AF-A934-09BA813C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454C0-71A1-4ACB-B2B6-125F1DA2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73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5A28D-713C-45AD-A5E8-DDA18D467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AE1BD1-7467-4B01-82D7-DAA2BB3AC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CE534-5BA2-494E-A336-F0BA099D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58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D1E7B-7B1B-4478-8280-92C5F948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60AFE-95FE-4DAB-8783-7524E4AD7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4A733-4FFF-4E70-B9C2-0120DFEEB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6155A-C340-4969-96E2-F13625E2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1CB72-C0A7-45AE-A82F-47F2431EC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D5F64-7E53-4DAB-A78C-C36B2F59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96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715F-00B7-44E7-8D76-E849E4F9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44200-51AC-4A58-A3FA-79527CC03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575542-CBF4-49F9-92F6-B4D5BF11F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699CE-F431-42C8-919B-29AA2366F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3B200-6DDD-48A8-A89A-F1075DD0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D0384-3327-4A77-B8F9-068255D4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3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224B-AF01-44D2-8A06-26DBBB19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6B9E8-8D9D-449A-8D2A-382937714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02234-9CD4-4A48-887D-3D427322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45C56-1B2A-40CB-AC3E-0F69A8F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9DEB7-E3C0-4C7D-AFB9-F6A8AF4D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36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0FFE7-1D3E-42D2-99CA-637E09354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E236E-815E-42CD-B3FE-44E108B52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7D835-A0EB-4656-903A-19BBC1D3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B1FDF-B41B-4670-9066-145CBB2D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8078B-07DA-4CFC-832D-63C3DB1E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11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FC3B3-FBA8-40EF-ABFB-BEE3589D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CD323-75C0-4ABF-A916-E1D68E56B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E4C4-FFDD-4A79-BCDD-09BC17D46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D2AEC-67D1-4836-931D-D7CFD574DCAC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A5DFE-818B-45AA-A197-FABDE8167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683D0-7A56-47E5-B9AC-8C516B1E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25D38-2C4B-4ACE-91AD-6FD9E5B442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14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6FF7A-0EB1-40CB-939A-5EC79E9780D2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award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0913B-3C08-4521-BBDF-4B17B94F4706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Oliver Bennett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08A87-1054-46A6-A936-546355E3A0B7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moving up a reading level </a:t>
            </a:r>
          </a:p>
        </p:txBody>
      </p:sp>
    </p:spTree>
    <p:extLst>
      <p:ext uri="{BB962C8B-B14F-4D97-AF65-F5344CB8AC3E}">
        <p14:creationId xmlns:p14="http://schemas.microsoft.com/office/powerpoint/2010/main" val="302284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B337FB-8FC5-47D6-BD8C-0250A3EC6663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award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A46C2-E1F8-4BB0-9937-479A8CCA7F1A}"/>
              </a:ext>
            </a:extLst>
          </p:cNvPr>
          <p:cNvSpPr txBox="1"/>
          <p:nvPr/>
        </p:nvSpPr>
        <p:spPr>
          <a:xfrm>
            <a:off x="2603500" y="3302000"/>
            <a:ext cx="698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4400" b="1"/>
              <a:t>Aaliyah Chaudhary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47E0-0279-49EA-9CA5-4D007A8C0FAE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moving up a reading level </a:t>
            </a:r>
          </a:p>
        </p:txBody>
      </p:sp>
    </p:spTree>
    <p:extLst>
      <p:ext uri="{BB962C8B-B14F-4D97-AF65-F5344CB8AC3E}">
        <p14:creationId xmlns:p14="http://schemas.microsoft.com/office/powerpoint/2010/main" val="1468787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AC4E32-C2AF-4412-8792-41497B9C7D29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award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76A39-C802-43F5-8AE8-DD505B7F378B}"/>
              </a:ext>
            </a:extLst>
          </p:cNvPr>
          <p:cNvSpPr txBox="1"/>
          <p:nvPr/>
        </p:nvSpPr>
        <p:spPr>
          <a:xfrm>
            <a:off x="2603500" y="3302000"/>
            <a:ext cx="698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4400" b="1"/>
              <a:t>Sebastian Vane-Tempest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803EB-E3BD-435F-A400-278BFA3D28FD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moving up a reading level </a:t>
            </a:r>
          </a:p>
        </p:txBody>
      </p:sp>
    </p:spTree>
    <p:extLst>
      <p:ext uri="{BB962C8B-B14F-4D97-AF65-F5344CB8AC3E}">
        <p14:creationId xmlns:p14="http://schemas.microsoft.com/office/powerpoint/2010/main" val="3842521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74724E-5ABA-487C-877C-F535A7F5B10C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award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632F7-A2F2-4885-B75F-CDFC912C60EC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Maya Rossi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E6EC0-444F-4331-9DF4-99D0B9F3D802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moving up a reading level </a:t>
            </a:r>
          </a:p>
        </p:txBody>
      </p:sp>
    </p:spTree>
    <p:extLst>
      <p:ext uri="{BB962C8B-B14F-4D97-AF65-F5344CB8AC3E}">
        <p14:creationId xmlns:p14="http://schemas.microsoft.com/office/powerpoint/2010/main" val="1734079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557CC-EA03-4386-876A-DE3FA3B6E456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award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ED5ED0-7B03-4C01-B212-B4C7A370505F}"/>
              </a:ext>
            </a:extLst>
          </p:cNvPr>
          <p:cNvSpPr txBox="1"/>
          <p:nvPr/>
        </p:nvSpPr>
        <p:spPr>
          <a:xfrm>
            <a:off x="2603500" y="3302000"/>
            <a:ext cx="698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600" b="1"/>
              <a:t>Christopher-James Montgomery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10E95-B875-4A0A-A553-8C2B4D06CF4B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moving up a reading level </a:t>
            </a:r>
          </a:p>
        </p:txBody>
      </p:sp>
    </p:spTree>
    <p:extLst>
      <p:ext uri="{BB962C8B-B14F-4D97-AF65-F5344CB8AC3E}">
        <p14:creationId xmlns:p14="http://schemas.microsoft.com/office/powerpoint/2010/main" val="1070341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Crofts (Market Rasen De Aston School)</dc:creator>
  <cp:lastModifiedBy>Neil Crofts (Market Rasen De Aston School)</cp:lastModifiedBy>
  <cp:revision>1</cp:revision>
  <dcterms:created xsi:type="dcterms:W3CDTF">2026-04-13T10:19:38Z</dcterms:created>
  <dcterms:modified xsi:type="dcterms:W3CDTF">2026-04-13T10:19:38Z</dcterms:modified>
</cp:coreProperties>
</file>